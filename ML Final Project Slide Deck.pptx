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78255A-74AA-4CE7-958E-AF6C2DA0FCA4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78D24DF-BE52-4640-A629-3DECE9B45404}">
      <dgm:prSet/>
      <dgm:spPr/>
      <dgm:t>
        <a:bodyPr/>
        <a:lstStyle/>
        <a:p>
          <a:r>
            <a:rPr lang="en-CA"/>
            <a:t>Project Overview </a:t>
          </a:r>
          <a:endParaRPr lang="en-US"/>
        </a:p>
      </dgm:t>
    </dgm:pt>
    <dgm:pt modelId="{A9B890E5-549F-4379-A7BC-049B0EC3CFA1}" type="parTrans" cxnId="{A3EC77FB-1143-4B68-80FE-89ECABAC3C5E}">
      <dgm:prSet/>
      <dgm:spPr/>
      <dgm:t>
        <a:bodyPr/>
        <a:lstStyle/>
        <a:p>
          <a:endParaRPr lang="en-US"/>
        </a:p>
      </dgm:t>
    </dgm:pt>
    <dgm:pt modelId="{69FA174D-7E94-4546-8A59-F1FAF95B9691}" type="sibTrans" cxnId="{A3EC77FB-1143-4B68-80FE-89ECABAC3C5E}">
      <dgm:prSet/>
      <dgm:spPr/>
      <dgm:t>
        <a:bodyPr/>
        <a:lstStyle/>
        <a:p>
          <a:endParaRPr lang="en-US"/>
        </a:p>
      </dgm:t>
    </dgm:pt>
    <dgm:pt modelId="{F66B3AD0-B1A4-4971-A3AD-9F8B4B0465AE}">
      <dgm:prSet/>
      <dgm:spPr/>
      <dgm:t>
        <a:bodyPr/>
        <a:lstStyle/>
        <a:p>
          <a:r>
            <a:rPr lang="en-CA"/>
            <a:t>Architecture and Tech Stack</a:t>
          </a:r>
          <a:endParaRPr lang="en-US"/>
        </a:p>
      </dgm:t>
    </dgm:pt>
    <dgm:pt modelId="{3AE15B3C-5D07-49DC-BFEB-51FAA381E5A9}" type="parTrans" cxnId="{CA56A3C5-CA97-4C17-800F-CE14B92EF946}">
      <dgm:prSet/>
      <dgm:spPr/>
      <dgm:t>
        <a:bodyPr/>
        <a:lstStyle/>
        <a:p>
          <a:endParaRPr lang="en-US"/>
        </a:p>
      </dgm:t>
    </dgm:pt>
    <dgm:pt modelId="{FFB9F402-8D87-41CD-B6B8-4A96527A3919}" type="sibTrans" cxnId="{CA56A3C5-CA97-4C17-800F-CE14B92EF946}">
      <dgm:prSet/>
      <dgm:spPr/>
      <dgm:t>
        <a:bodyPr/>
        <a:lstStyle/>
        <a:p>
          <a:endParaRPr lang="en-US"/>
        </a:p>
      </dgm:t>
    </dgm:pt>
    <dgm:pt modelId="{EA86F0C3-0C1D-4CDD-A0A9-EC16B173A30E}">
      <dgm:prSet/>
      <dgm:spPr/>
      <dgm:t>
        <a:bodyPr/>
        <a:lstStyle/>
        <a:p>
          <a:r>
            <a:rPr lang="en-CA"/>
            <a:t>Section 1: Diabetes Prediction</a:t>
          </a:r>
          <a:endParaRPr lang="en-US"/>
        </a:p>
      </dgm:t>
    </dgm:pt>
    <dgm:pt modelId="{FB5675FC-6A31-4DF7-89B0-EFCEABAD03B3}" type="parTrans" cxnId="{2BD3424E-EAE4-4A5A-A42E-4A45A5F00106}">
      <dgm:prSet/>
      <dgm:spPr/>
      <dgm:t>
        <a:bodyPr/>
        <a:lstStyle/>
        <a:p>
          <a:endParaRPr lang="en-US"/>
        </a:p>
      </dgm:t>
    </dgm:pt>
    <dgm:pt modelId="{C7ED1A40-62F0-4763-A776-D418EC9F7215}" type="sibTrans" cxnId="{2BD3424E-EAE4-4A5A-A42E-4A45A5F00106}">
      <dgm:prSet/>
      <dgm:spPr/>
      <dgm:t>
        <a:bodyPr/>
        <a:lstStyle/>
        <a:p>
          <a:endParaRPr lang="en-US"/>
        </a:p>
      </dgm:t>
    </dgm:pt>
    <dgm:pt modelId="{D103FCE3-159D-4FD8-A206-B2887F55FCF5}">
      <dgm:prSet/>
      <dgm:spPr/>
      <dgm:t>
        <a:bodyPr/>
        <a:lstStyle/>
        <a:p>
          <a:r>
            <a:rPr lang="en-CA"/>
            <a:t>Data Processing </a:t>
          </a:r>
          <a:endParaRPr lang="en-US"/>
        </a:p>
      </dgm:t>
    </dgm:pt>
    <dgm:pt modelId="{100FE977-8FFD-4713-B1C8-E82FF0A0A0A6}" type="parTrans" cxnId="{3404F96F-212E-418B-A771-AD284FB8099F}">
      <dgm:prSet/>
      <dgm:spPr/>
      <dgm:t>
        <a:bodyPr/>
        <a:lstStyle/>
        <a:p>
          <a:endParaRPr lang="en-US"/>
        </a:p>
      </dgm:t>
    </dgm:pt>
    <dgm:pt modelId="{DEF83253-5A8B-4B5C-BA00-1FC9BF7400C4}" type="sibTrans" cxnId="{3404F96F-212E-418B-A771-AD284FB8099F}">
      <dgm:prSet/>
      <dgm:spPr/>
      <dgm:t>
        <a:bodyPr/>
        <a:lstStyle/>
        <a:p>
          <a:endParaRPr lang="en-US"/>
        </a:p>
      </dgm:t>
    </dgm:pt>
    <dgm:pt modelId="{19E7B11B-9E80-4DC5-8225-9C067886955F}">
      <dgm:prSet/>
      <dgm:spPr/>
      <dgm:t>
        <a:bodyPr/>
        <a:lstStyle/>
        <a:p>
          <a:r>
            <a:rPr lang="en-CA"/>
            <a:t>Model and Training</a:t>
          </a:r>
          <a:endParaRPr lang="en-US"/>
        </a:p>
      </dgm:t>
    </dgm:pt>
    <dgm:pt modelId="{413CDC57-44E7-4339-A073-7AF9C087BB22}" type="parTrans" cxnId="{C244357A-B1F4-4B69-A4BA-77CC3E32DFB7}">
      <dgm:prSet/>
      <dgm:spPr/>
      <dgm:t>
        <a:bodyPr/>
        <a:lstStyle/>
        <a:p>
          <a:endParaRPr lang="en-US"/>
        </a:p>
      </dgm:t>
    </dgm:pt>
    <dgm:pt modelId="{4B8F24A2-61DF-4F3B-B684-74631FCAB5BA}" type="sibTrans" cxnId="{C244357A-B1F4-4B69-A4BA-77CC3E32DFB7}">
      <dgm:prSet/>
      <dgm:spPr/>
      <dgm:t>
        <a:bodyPr/>
        <a:lstStyle/>
        <a:p>
          <a:endParaRPr lang="en-US"/>
        </a:p>
      </dgm:t>
    </dgm:pt>
    <dgm:pt modelId="{892B4BA6-47A9-4ABC-BD60-5764A73E32E3}">
      <dgm:prSet/>
      <dgm:spPr/>
      <dgm:t>
        <a:bodyPr/>
        <a:lstStyle/>
        <a:p>
          <a:r>
            <a:rPr lang="en-CA"/>
            <a:t>Deployment</a:t>
          </a:r>
          <a:endParaRPr lang="en-US"/>
        </a:p>
      </dgm:t>
    </dgm:pt>
    <dgm:pt modelId="{8CF2E828-BA3F-4ADF-A532-B3A1EC1EC215}" type="parTrans" cxnId="{13096289-3E55-4364-9A14-51B8D2137D20}">
      <dgm:prSet/>
      <dgm:spPr/>
      <dgm:t>
        <a:bodyPr/>
        <a:lstStyle/>
        <a:p>
          <a:endParaRPr lang="en-US"/>
        </a:p>
      </dgm:t>
    </dgm:pt>
    <dgm:pt modelId="{01DCE11F-0491-4D3B-A13D-D9CCF7DF8CF3}" type="sibTrans" cxnId="{13096289-3E55-4364-9A14-51B8D2137D20}">
      <dgm:prSet/>
      <dgm:spPr/>
      <dgm:t>
        <a:bodyPr/>
        <a:lstStyle/>
        <a:p>
          <a:endParaRPr lang="en-US"/>
        </a:p>
      </dgm:t>
    </dgm:pt>
    <dgm:pt modelId="{407E92C6-C4A9-4115-A0B6-318C4BAF1135}">
      <dgm:prSet/>
      <dgm:spPr/>
      <dgm:t>
        <a:bodyPr/>
        <a:lstStyle/>
        <a:p>
          <a:r>
            <a:rPr lang="en-CA"/>
            <a:t>Section 2: Insulin Prediction</a:t>
          </a:r>
          <a:endParaRPr lang="en-US"/>
        </a:p>
      </dgm:t>
    </dgm:pt>
    <dgm:pt modelId="{6990AC90-A829-4F93-B0B3-4254701BC554}" type="parTrans" cxnId="{80FCED7C-4F49-48AC-97AA-CD08ED8E514A}">
      <dgm:prSet/>
      <dgm:spPr/>
      <dgm:t>
        <a:bodyPr/>
        <a:lstStyle/>
        <a:p>
          <a:endParaRPr lang="en-US"/>
        </a:p>
      </dgm:t>
    </dgm:pt>
    <dgm:pt modelId="{396CB25E-31AE-4E2A-AB69-D63401BFC79E}" type="sibTrans" cxnId="{80FCED7C-4F49-48AC-97AA-CD08ED8E514A}">
      <dgm:prSet/>
      <dgm:spPr/>
      <dgm:t>
        <a:bodyPr/>
        <a:lstStyle/>
        <a:p>
          <a:endParaRPr lang="en-US"/>
        </a:p>
      </dgm:t>
    </dgm:pt>
    <dgm:pt modelId="{51B2D99B-58D4-4C1C-942E-3C0A17382E86}">
      <dgm:prSet/>
      <dgm:spPr/>
      <dgm:t>
        <a:bodyPr/>
        <a:lstStyle/>
        <a:p>
          <a:r>
            <a:rPr lang="en-CA"/>
            <a:t>Data Processing </a:t>
          </a:r>
          <a:endParaRPr lang="en-US"/>
        </a:p>
      </dgm:t>
    </dgm:pt>
    <dgm:pt modelId="{663B6C76-67FB-464C-B90D-CF44499B7B29}" type="parTrans" cxnId="{F66EE21C-F9A1-42EF-A81F-FEA5CB7C540B}">
      <dgm:prSet/>
      <dgm:spPr/>
      <dgm:t>
        <a:bodyPr/>
        <a:lstStyle/>
        <a:p>
          <a:endParaRPr lang="en-US"/>
        </a:p>
      </dgm:t>
    </dgm:pt>
    <dgm:pt modelId="{9ABE0858-AD13-413D-8ABF-509381C7BF85}" type="sibTrans" cxnId="{F66EE21C-F9A1-42EF-A81F-FEA5CB7C540B}">
      <dgm:prSet/>
      <dgm:spPr/>
      <dgm:t>
        <a:bodyPr/>
        <a:lstStyle/>
        <a:p>
          <a:endParaRPr lang="en-US"/>
        </a:p>
      </dgm:t>
    </dgm:pt>
    <dgm:pt modelId="{F5058AEF-72DE-4508-B89C-23996FB1F412}">
      <dgm:prSet/>
      <dgm:spPr/>
      <dgm:t>
        <a:bodyPr/>
        <a:lstStyle/>
        <a:p>
          <a:r>
            <a:rPr lang="en-CA"/>
            <a:t>Model and Training</a:t>
          </a:r>
          <a:endParaRPr lang="en-US"/>
        </a:p>
      </dgm:t>
    </dgm:pt>
    <dgm:pt modelId="{32717D2D-435B-43FA-9D4F-1E30A7F9911C}" type="parTrans" cxnId="{8C6E325A-B8DC-4DDD-B578-0FFE6F051835}">
      <dgm:prSet/>
      <dgm:spPr/>
      <dgm:t>
        <a:bodyPr/>
        <a:lstStyle/>
        <a:p>
          <a:endParaRPr lang="en-US"/>
        </a:p>
      </dgm:t>
    </dgm:pt>
    <dgm:pt modelId="{35FB394E-AD5C-4FFF-9360-B061A69EFC68}" type="sibTrans" cxnId="{8C6E325A-B8DC-4DDD-B578-0FFE6F051835}">
      <dgm:prSet/>
      <dgm:spPr/>
      <dgm:t>
        <a:bodyPr/>
        <a:lstStyle/>
        <a:p>
          <a:endParaRPr lang="en-US"/>
        </a:p>
      </dgm:t>
    </dgm:pt>
    <dgm:pt modelId="{1E568B85-60D5-4B42-B85F-7F982D102E9C}">
      <dgm:prSet/>
      <dgm:spPr/>
      <dgm:t>
        <a:bodyPr/>
        <a:lstStyle/>
        <a:p>
          <a:r>
            <a:rPr lang="en-CA"/>
            <a:t>Deployment</a:t>
          </a:r>
          <a:endParaRPr lang="en-US"/>
        </a:p>
      </dgm:t>
    </dgm:pt>
    <dgm:pt modelId="{7239078A-6BB6-4AAF-B29E-69C7C7D24650}" type="parTrans" cxnId="{2FE17371-A9DB-4A91-B4B3-60CD2D219ED2}">
      <dgm:prSet/>
      <dgm:spPr/>
      <dgm:t>
        <a:bodyPr/>
        <a:lstStyle/>
        <a:p>
          <a:endParaRPr lang="en-US"/>
        </a:p>
      </dgm:t>
    </dgm:pt>
    <dgm:pt modelId="{266F7ED3-CE4B-47B8-B054-F06EF6CFC917}" type="sibTrans" cxnId="{2FE17371-A9DB-4A91-B4B3-60CD2D219ED2}">
      <dgm:prSet/>
      <dgm:spPr/>
      <dgm:t>
        <a:bodyPr/>
        <a:lstStyle/>
        <a:p>
          <a:endParaRPr lang="en-US"/>
        </a:p>
      </dgm:t>
    </dgm:pt>
    <dgm:pt modelId="{AD069D5B-F686-4CCD-866A-D2AE9E9EE2C2}">
      <dgm:prSet/>
      <dgm:spPr/>
      <dgm:t>
        <a:bodyPr/>
        <a:lstStyle/>
        <a:p>
          <a:r>
            <a:rPr lang="en-CA"/>
            <a:t>Lessons Learned</a:t>
          </a:r>
          <a:endParaRPr lang="en-US"/>
        </a:p>
      </dgm:t>
    </dgm:pt>
    <dgm:pt modelId="{090007BD-61D8-4E15-9F5A-368D57C7EBF6}" type="parTrans" cxnId="{1529850C-F19A-429E-B5CE-13C1772B99BF}">
      <dgm:prSet/>
      <dgm:spPr/>
      <dgm:t>
        <a:bodyPr/>
        <a:lstStyle/>
        <a:p>
          <a:endParaRPr lang="en-US"/>
        </a:p>
      </dgm:t>
    </dgm:pt>
    <dgm:pt modelId="{8D0396F3-C6EF-4F76-908B-03B4663BDF93}" type="sibTrans" cxnId="{1529850C-F19A-429E-B5CE-13C1772B99BF}">
      <dgm:prSet/>
      <dgm:spPr/>
      <dgm:t>
        <a:bodyPr/>
        <a:lstStyle/>
        <a:p>
          <a:endParaRPr lang="en-US"/>
        </a:p>
      </dgm:t>
    </dgm:pt>
    <dgm:pt modelId="{092C8E83-6EE5-4D12-A9C8-1F5619564865}">
      <dgm:prSet/>
      <dgm:spPr/>
      <dgm:t>
        <a:bodyPr/>
        <a:lstStyle/>
        <a:p>
          <a:r>
            <a:rPr lang="en-CA"/>
            <a:t>Conclusion/Future Work</a:t>
          </a:r>
          <a:endParaRPr lang="en-US"/>
        </a:p>
      </dgm:t>
    </dgm:pt>
    <dgm:pt modelId="{D29CC697-5A82-435E-A91C-02E0682645C5}" type="parTrans" cxnId="{A7544660-2354-4BD4-8EC9-CA62094C5C0F}">
      <dgm:prSet/>
      <dgm:spPr/>
      <dgm:t>
        <a:bodyPr/>
        <a:lstStyle/>
        <a:p>
          <a:endParaRPr lang="en-US"/>
        </a:p>
      </dgm:t>
    </dgm:pt>
    <dgm:pt modelId="{68A6D3B8-B0C1-485A-B6C7-5EEFB554ED2E}" type="sibTrans" cxnId="{A7544660-2354-4BD4-8EC9-CA62094C5C0F}">
      <dgm:prSet/>
      <dgm:spPr/>
      <dgm:t>
        <a:bodyPr/>
        <a:lstStyle/>
        <a:p>
          <a:endParaRPr lang="en-US"/>
        </a:p>
      </dgm:t>
    </dgm:pt>
    <dgm:pt modelId="{E9C8D253-51FD-4AEA-A52B-3683BB12E465}" type="pres">
      <dgm:prSet presAssocID="{B078255A-74AA-4CE7-958E-AF6C2DA0FCA4}" presName="linear" presStyleCnt="0">
        <dgm:presLayoutVars>
          <dgm:dir/>
          <dgm:animLvl val="lvl"/>
          <dgm:resizeHandles val="exact"/>
        </dgm:presLayoutVars>
      </dgm:prSet>
      <dgm:spPr/>
    </dgm:pt>
    <dgm:pt modelId="{E6EB749E-18FD-49BF-B050-825BEA2C4E7A}" type="pres">
      <dgm:prSet presAssocID="{778D24DF-BE52-4640-A629-3DECE9B45404}" presName="parentLin" presStyleCnt="0"/>
      <dgm:spPr/>
    </dgm:pt>
    <dgm:pt modelId="{A17DB5FF-F29E-4592-A099-D8091A0467DE}" type="pres">
      <dgm:prSet presAssocID="{778D24DF-BE52-4640-A629-3DECE9B45404}" presName="parentLeftMargin" presStyleLbl="node1" presStyleIdx="0" presStyleCnt="6"/>
      <dgm:spPr/>
    </dgm:pt>
    <dgm:pt modelId="{2089E445-22F6-423F-8BFF-9674A1F4AD3E}" type="pres">
      <dgm:prSet presAssocID="{778D24DF-BE52-4640-A629-3DECE9B4540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8709C3D-EFE3-45F5-8BA8-7A21B88EDB87}" type="pres">
      <dgm:prSet presAssocID="{778D24DF-BE52-4640-A629-3DECE9B45404}" presName="negativeSpace" presStyleCnt="0"/>
      <dgm:spPr/>
    </dgm:pt>
    <dgm:pt modelId="{54B925DA-5C73-4F3B-868D-0500F7601054}" type="pres">
      <dgm:prSet presAssocID="{778D24DF-BE52-4640-A629-3DECE9B45404}" presName="childText" presStyleLbl="conFgAcc1" presStyleIdx="0" presStyleCnt="6">
        <dgm:presLayoutVars>
          <dgm:bulletEnabled val="1"/>
        </dgm:presLayoutVars>
      </dgm:prSet>
      <dgm:spPr/>
    </dgm:pt>
    <dgm:pt modelId="{909867F0-AC91-4553-AAB7-FAC42A8F67C5}" type="pres">
      <dgm:prSet presAssocID="{69FA174D-7E94-4546-8A59-F1FAF95B9691}" presName="spaceBetweenRectangles" presStyleCnt="0"/>
      <dgm:spPr/>
    </dgm:pt>
    <dgm:pt modelId="{8CC92DDC-AF26-4663-BB81-719FF99621A4}" type="pres">
      <dgm:prSet presAssocID="{F66B3AD0-B1A4-4971-A3AD-9F8B4B0465AE}" presName="parentLin" presStyleCnt="0"/>
      <dgm:spPr/>
    </dgm:pt>
    <dgm:pt modelId="{78E11CB5-3C14-44F3-A499-5FE1A7D658DF}" type="pres">
      <dgm:prSet presAssocID="{F66B3AD0-B1A4-4971-A3AD-9F8B4B0465AE}" presName="parentLeftMargin" presStyleLbl="node1" presStyleIdx="0" presStyleCnt="6"/>
      <dgm:spPr/>
    </dgm:pt>
    <dgm:pt modelId="{9118B4C7-CFD3-49E0-AF9E-16F02742CBD5}" type="pres">
      <dgm:prSet presAssocID="{F66B3AD0-B1A4-4971-A3AD-9F8B4B0465A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013C8BF-A4A8-403C-B4DB-F57DF337EBE2}" type="pres">
      <dgm:prSet presAssocID="{F66B3AD0-B1A4-4971-A3AD-9F8B4B0465AE}" presName="negativeSpace" presStyleCnt="0"/>
      <dgm:spPr/>
    </dgm:pt>
    <dgm:pt modelId="{96F29F30-0C07-4317-9C25-5148ABB79E23}" type="pres">
      <dgm:prSet presAssocID="{F66B3AD0-B1A4-4971-A3AD-9F8B4B0465AE}" presName="childText" presStyleLbl="conFgAcc1" presStyleIdx="1" presStyleCnt="6">
        <dgm:presLayoutVars>
          <dgm:bulletEnabled val="1"/>
        </dgm:presLayoutVars>
      </dgm:prSet>
      <dgm:spPr/>
    </dgm:pt>
    <dgm:pt modelId="{74E19532-D59B-4C1E-AB8C-1D6AC9F9650D}" type="pres">
      <dgm:prSet presAssocID="{FFB9F402-8D87-41CD-B6B8-4A96527A3919}" presName="spaceBetweenRectangles" presStyleCnt="0"/>
      <dgm:spPr/>
    </dgm:pt>
    <dgm:pt modelId="{D33AA181-3630-4020-93D3-2ADB509061CD}" type="pres">
      <dgm:prSet presAssocID="{EA86F0C3-0C1D-4CDD-A0A9-EC16B173A30E}" presName="parentLin" presStyleCnt="0"/>
      <dgm:spPr/>
    </dgm:pt>
    <dgm:pt modelId="{2D3D79EA-8462-4004-8082-5CA3C6AB636E}" type="pres">
      <dgm:prSet presAssocID="{EA86F0C3-0C1D-4CDD-A0A9-EC16B173A30E}" presName="parentLeftMargin" presStyleLbl="node1" presStyleIdx="1" presStyleCnt="6"/>
      <dgm:spPr/>
    </dgm:pt>
    <dgm:pt modelId="{011DE707-1C9A-43A0-98FA-B6A8BA4ECC12}" type="pres">
      <dgm:prSet presAssocID="{EA86F0C3-0C1D-4CDD-A0A9-EC16B173A30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3F3D8F5-9D85-4C77-BFA5-42654DBA5A45}" type="pres">
      <dgm:prSet presAssocID="{EA86F0C3-0C1D-4CDD-A0A9-EC16B173A30E}" presName="negativeSpace" presStyleCnt="0"/>
      <dgm:spPr/>
    </dgm:pt>
    <dgm:pt modelId="{B23D6A47-A131-486A-ADFA-A174CC88E0A5}" type="pres">
      <dgm:prSet presAssocID="{EA86F0C3-0C1D-4CDD-A0A9-EC16B173A30E}" presName="childText" presStyleLbl="conFgAcc1" presStyleIdx="2" presStyleCnt="6">
        <dgm:presLayoutVars>
          <dgm:bulletEnabled val="1"/>
        </dgm:presLayoutVars>
      </dgm:prSet>
      <dgm:spPr/>
    </dgm:pt>
    <dgm:pt modelId="{6E27EAC9-8FC0-4B4A-B923-0E7DAF93B1B6}" type="pres">
      <dgm:prSet presAssocID="{C7ED1A40-62F0-4763-A776-D418EC9F7215}" presName="spaceBetweenRectangles" presStyleCnt="0"/>
      <dgm:spPr/>
    </dgm:pt>
    <dgm:pt modelId="{261EA413-25A8-410B-81CF-CDB6A546020C}" type="pres">
      <dgm:prSet presAssocID="{407E92C6-C4A9-4115-A0B6-318C4BAF1135}" presName="parentLin" presStyleCnt="0"/>
      <dgm:spPr/>
    </dgm:pt>
    <dgm:pt modelId="{63D833B8-2D76-4789-934B-868B40A501A9}" type="pres">
      <dgm:prSet presAssocID="{407E92C6-C4A9-4115-A0B6-318C4BAF1135}" presName="parentLeftMargin" presStyleLbl="node1" presStyleIdx="2" presStyleCnt="6"/>
      <dgm:spPr/>
    </dgm:pt>
    <dgm:pt modelId="{8497ACEC-FFF7-4EBA-8AAD-24CC5627BAE3}" type="pres">
      <dgm:prSet presAssocID="{407E92C6-C4A9-4115-A0B6-318C4BAF113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428C056-2848-4E2B-A14D-306B804D9682}" type="pres">
      <dgm:prSet presAssocID="{407E92C6-C4A9-4115-A0B6-318C4BAF1135}" presName="negativeSpace" presStyleCnt="0"/>
      <dgm:spPr/>
    </dgm:pt>
    <dgm:pt modelId="{6215C4DB-D400-4973-A355-330F106217FE}" type="pres">
      <dgm:prSet presAssocID="{407E92C6-C4A9-4115-A0B6-318C4BAF1135}" presName="childText" presStyleLbl="conFgAcc1" presStyleIdx="3" presStyleCnt="6">
        <dgm:presLayoutVars>
          <dgm:bulletEnabled val="1"/>
        </dgm:presLayoutVars>
      </dgm:prSet>
      <dgm:spPr/>
    </dgm:pt>
    <dgm:pt modelId="{1B2C36F8-3CE4-4872-B286-CB3365709586}" type="pres">
      <dgm:prSet presAssocID="{396CB25E-31AE-4E2A-AB69-D63401BFC79E}" presName="spaceBetweenRectangles" presStyleCnt="0"/>
      <dgm:spPr/>
    </dgm:pt>
    <dgm:pt modelId="{A1507356-CAE2-4AD2-96DF-2796A1538382}" type="pres">
      <dgm:prSet presAssocID="{AD069D5B-F686-4CCD-866A-D2AE9E9EE2C2}" presName="parentLin" presStyleCnt="0"/>
      <dgm:spPr/>
    </dgm:pt>
    <dgm:pt modelId="{75E4CD08-3100-4A2D-8E5C-67F159EA678A}" type="pres">
      <dgm:prSet presAssocID="{AD069D5B-F686-4CCD-866A-D2AE9E9EE2C2}" presName="parentLeftMargin" presStyleLbl="node1" presStyleIdx="3" presStyleCnt="6"/>
      <dgm:spPr/>
    </dgm:pt>
    <dgm:pt modelId="{E4E0C86F-2EEB-4935-971B-6BD3C735CBF1}" type="pres">
      <dgm:prSet presAssocID="{AD069D5B-F686-4CCD-866A-D2AE9E9EE2C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429D3CF-A0EE-4139-92DF-0556C32EA59D}" type="pres">
      <dgm:prSet presAssocID="{AD069D5B-F686-4CCD-866A-D2AE9E9EE2C2}" presName="negativeSpace" presStyleCnt="0"/>
      <dgm:spPr/>
    </dgm:pt>
    <dgm:pt modelId="{BE192031-F918-46D8-9B12-4ECB4899489A}" type="pres">
      <dgm:prSet presAssocID="{AD069D5B-F686-4CCD-866A-D2AE9E9EE2C2}" presName="childText" presStyleLbl="conFgAcc1" presStyleIdx="4" presStyleCnt="6">
        <dgm:presLayoutVars>
          <dgm:bulletEnabled val="1"/>
        </dgm:presLayoutVars>
      </dgm:prSet>
      <dgm:spPr/>
    </dgm:pt>
    <dgm:pt modelId="{9D86C12F-F1BF-415D-90CA-A0F632AFBA07}" type="pres">
      <dgm:prSet presAssocID="{8D0396F3-C6EF-4F76-908B-03B4663BDF93}" presName="spaceBetweenRectangles" presStyleCnt="0"/>
      <dgm:spPr/>
    </dgm:pt>
    <dgm:pt modelId="{E90CBF13-173F-4059-896F-919149565565}" type="pres">
      <dgm:prSet presAssocID="{092C8E83-6EE5-4D12-A9C8-1F5619564865}" presName="parentLin" presStyleCnt="0"/>
      <dgm:spPr/>
    </dgm:pt>
    <dgm:pt modelId="{3BB868C0-790A-4258-8339-68B0F6639668}" type="pres">
      <dgm:prSet presAssocID="{092C8E83-6EE5-4D12-A9C8-1F5619564865}" presName="parentLeftMargin" presStyleLbl="node1" presStyleIdx="4" presStyleCnt="6"/>
      <dgm:spPr/>
    </dgm:pt>
    <dgm:pt modelId="{F4A8182F-A568-4A92-A1F3-74F6B6B90B19}" type="pres">
      <dgm:prSet presAssocID="{092C8E83-6EE5-4D12-A9C8-1F5619564865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DCA595AB-6EEC-4D65-BC1A-255A3A89E40A}" type="pres">
      <dgm:prSet presAssocID="{092C8E83-6EE5-4D12-A9C8-1F5619564865}" presName="negativeSpace" presStyleCnt="0"/>
      <dgm:spPr/>
    </dgm:pt>
    <dgm:pt modelId="{03917297-B09F-498E-9430-4B6914371C5C}" type="pres">
      <dgm:prSet presAssocID="{092C8E83-6EE5-4D12-A9C8-1F5619564865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B6372304-699C-4D68-A427-B2B65906ACCA}" type="presOf" srcId="{51B2D99B-58D4-4C1C-942E-3C0A17382E86}" destId="{6215C4DB-D400-4973-A355-330F106217FE}" srcOrd="0" destOrd="0" presId="urn:microsoft.com/office/officeart/2005/8/layout/list1"/>
    <dgm:cxn modelId="{1529850C-F19A-429E-B5CE-13C1772B99BF}" srcId="{B078255A-74AA-4CE7-958E-AF6C2DA0FCA4}" destId="{AD069D5B-F686-4CCD-866A-D2AE9E9EE2C2}" srcOrd="4" destOrd="0" parTransId="{090007BD-61D8-4E15-9F5A-368D57C7EBF6}" sibTransId="{8D0396F3-C6EF-4F76-908B-03B4663BDF93}"/>
    <dgm:cxn modelId="{D6452910-F950-480D-BF3A-8457181BF81C}" type="presOf" srcId="{AD069D5B-F686-4CCD-866A-D2AE9E9EE2C2}" destId="{E4E0C86F-2EEB-4935-971B-6BD3C735CBF1}" srcOrd="1" destOrd="0" presId="urn:microsoft.com/office/officeart/2005/8/layout/list1"/>
    <dgm:cxn modelId="{F66EE21C-F9A1-42EF-A81F-FEA5CB7C540B}" srcId="{407E92C6-C4A9-4115-A0B6-318C4BAF1135}" destId="{51B2D99B-58D4-4C1C-942E-3C0A17382E86}" srcOrd="0" destOrd="0" parTransId="{663B6C76-67FB-464C-B90D-CF44499B7B29}" sibTransId="{9ABE0858-AD13-413D-8ABF-509381C7BF85}"/>
    <dgm:cxn modelId="{59FAC71F-F2ED-4B5A-83B2-F7C8F3CDC06B}" type="presOf" srcId="{F66B3AD0-B1A4-4971-A3AD-9F8B4B0465AE}" destId="{9118B4C7-CFD3-49E0-AF9E-16F02742CBD5}" srcOrd="1" destOrd="0" presId="urn:microsoft.com/office/officeart/2005/8/layout/list1"/>
    <dgm:cxn modelId="{A7544660-2354-4BD4-8EC9-CA62094C5C0F}" srcId="{B078255A-74AA-4CE7-958E-AF6C2DA0FCA4}" destId="{092C8E83-6EE5-4D12-A9C8-1F5619564865}" srcOrd="5" destOrd="0" parTransId="{D29CC697-5A82-435E-A91C-02E0682645C5}" sibTransId="{68A6D3B8-B0C1-485A-B6C7-5EEFB554ED2E}"/>
    <dgm:cxn modelId="{43CF7C60-80D3-415F-8ACF-4589B5242DBA}" type="presOf" srcId="{778D24DF-BE52-4640-A629-3DECE9B45404}" destId="{2089E445-22F6-423F-8BFF-9674A1F4AD3E}" srcOrd="1" destOrd="0" presId="urn:microsoft.com/office/officeart/2005/8/layout/list1"/>
    <dgm:cxn modelId="{52BE0E4E-12DD-4064-AEEE-BFEAE540E72E}" type="presOf" srcId="{407E92C6-C4A9-4115-A0B6-318C4BAF1135}" destId="{63D833B8-2D76-4789-934B-868B40A501A9}" srcOrd="0" destOrd="0" presId="urn:microsoft.com/office/officeart/2005/8/layout/list1"/>
    <dgm:cxn modelId="{2BD3424E-EAE4-4A5A-A42E-4A45A5F00106}" srcId="{B078255A-74AA-4CE7-958E-AF6C2DA0FCA4}" destId="{EA86F0C3-0C1D-4CDD-A0A9-EC16B173A30E}" srcOrd="2" destOrd="0" parTransId="{FB5675FC-6A31-4DF7-89B0-EFCEABAD03B3}" sibTransId="{C7ED1A40-62F0-4763-A776-D418EC9F7215}"/>
    <dgm:cxn modelId="{3404F96F-212E-418B-A771-AD284FB8099F}" srcId="{EA86F0C3-0C1D-4CDD-A0A9-EC16B173A30E}" destId="{D103FCE3-159D-4FD8-A206-B2887F55FCF5}" srcOrd="0" destOrd="0" parTransId="{100FE977-8FFD-4713-B1C8-E82FF0A0A0A6}" sibTransId="{DEF83253-5A8B-4B5C-BA00-1FC9BF7400C4}"/>
    <dgm:cxn modelId="{2FE17371-A9DB-4A91-B4B3-60CD2D219ED2}" srcId="{407E92C6-C4A9-4115-A0B6-318C4BAF1135}" destId="{1E568B85-60D5-4B42-B85F-7F982D102E9C}" srcOrd="2" destOrd="0" parTransId="{7239078A-6BB6-4AAF-B29E-69C7C7D24650}" sibTransId="{266F7ED3-CE4B-47B8-B054-F06EF6CFC917}"/>
    <dgm:cxn modelId="{8C6E325A-B8DC-4DDD-B578-0FFE6F051835}" srcId="{407E92C6-C4A9-4115-A0B6-318C4BAF1135}" destId="{F5058AEF-72DE-4508-B89C-23996FB1F412}" srcOrd="1" destOrd="0" parTransId="{32717D2D-435B-43FA-9D4F-1E30A7F9911C}" sibTransId="{35FB394E-AD5C-4FFF-9360-B061A69EFC68}"/>
    <dgm:cxn modelId="{C244357A-B1F4-4B69-A4BA-77CC3E32DFB7}" srcId="{EA86F0C3-0C1D-4CDD-A0A9-EC16B173A30E}" destId="{19E7B11B-9E80-4DC5-8225-9C067886955F}" srcOrd="1" destOrd="0" parTransId="{413CDC57-44E7-4339-A073-7AF9C087BB22}" sibTransId="{4B8F24A2-61DF-4F3B-B684-74631FCAB5BA}"/>
    <dgm:cxn modelId="{80FCED7C-4F49-48AC-97AA-CD08ED8E514A}" srcId="{B078255A-74AA-4CE7-958E-AF6C2DA0FCA4}" destId="{407E92C6-C4A9-4115-A0B6-318C4BAF1135}" srcOrd="3" destOrd="0" parTransId="{6990AC90-A829-4F93-B0B3-4254701BC554}" sibTransId="{396CB25E-31AE-4E2A-AB69-D63401BFC79E}"/>
    <dgm:cxn modelId="{9D2DE77F-3AD0-4ECE-9D22-08B6B18A2B24}" type="presOf" srcId="{19E7B11B-9E80-4DC5-8225-9C067886955F}" destId="{B23D6A47-A131-486A-ADFA-A174CC88E0A5}" srcOrd="0" destOrd="1" presId="urn:microsoft.com/office/officeart/2005/8/layout/list1"/>
    <dgm:cxn modelId="{3123CB84-6474-400F-8CAD-B855B0C9C037}" type="presOf" srcId="{F5058AEF-72DE-4508-B89C-23996FB1F412}" destId="{6215C4DB-D400-4973-A355-330F106217FE}" srcOrd="0" destOrd="1" presId="urn:microsoft.com/office/officeart/2005/8/layout/list1"/>
    <dgm:cxn modelId="{29535687-C24C-4860-9D93-F164994EC128}" type="presOf" srcId="{EA86F0C3-0C1D-4CDD-A0A9-EC16B173A30E}" destId="{011DE707-1C9A-43A0-98FA-B6A8BA4ECC12}" srcOrd="1" destOrd="0" presId="urn:microsoft.com/office/officeart/2005/8/layout/list1"/>
    <dgm:cxn modelId="{13096289-3E55-4364-9A14-51B8D2137D20}" srcId="{EA86F0C3-0C1D-4CDD-A0A9-EC16B173A30E}" destId="{892B4BA6-47A9-4ABC-BD60-5764A73E32E3}" srcOrd="2" destOrd="0" parTransId="{8CF2E828-BA3F-4ADF-A532-B3A1EC1EC215}" sibTransId="{01DCE11F-0491-4D3B-A13D-D9CCF7DF8CF3}"/>
    <dgm:cxn modelId="{5DEEED8E-4E25-4600-8A72-469AD2FACB90}" type="presOf" srcId="{AD069D5B-F686-4CCD-866A-D2AE9E9EE2C2}" destId="{75E4CD08-3100-4A2D-8E5C-67F159EA678A}" srcOrd="0" destOrd="0" presId="urn:microsoft.com/office/officeart/2005/8/layout/list1"/>
    <dgm:cxn modelId="{F1CA7FB1-0FA9-4C60-A2F1-477E56B2B303}" type="presOf" srcId="{092C8E83-6EE5-4D12-A9C8-1F5619564865}" destId="{F4A8182F-A568-4A92-A1F3-74F6B6B90B19}" srcOrd="1" destOrd="0" presId="urn:microsoft.com/office/officeart/2005/8/layout/list1"/>
    <dgm:cxn modelId="{CD49F3BD-8ED3-44C2-A62A-D70B79ADF5D8}" type="presOf" srcId="{F66B3AD0-B1A4-4971-A3AD-9F8B4B0465AE}" destId="{78E11CB5-3C14-44F3-A499-5FE1A7D658DF}" srcOrd="0" destOrd="0" presId="urn:microsoft.com/office/officeart/2005/8/layout/list1"/>
    <dgm:cxn modelId="{CA56A3C5-CA97-4C17-800F-CE14B92EF946}" srcId="{B078255A-74AA-4CE7-958E-AF6C2DA0FCA4}" destId="{F66B3AD0-B1A4-4971-A3AD-9F8B4B0465AE}" srcOrd="1" destOrd="0" parTransId="{3AE15B3C-5D07-49DC-BFEB-51FAA381E5A9}" sibTransId="{FFB9F402-8D87-41CD-B6B8-4A96527A3919}"/>
    <dgm:cxn modelId="{BAC59CC6-DF89-49BE-8DFB-4369E7AC5A64}" type="presOf" srcId="{D103FCE3-159D-4FD8-A206-B2887F55FCF5}" destId="{B23D6A47-A131-486A-ADFA-A174CC88E0A5}" srcOrd="0" destOrd="0" presId="urn:microsoft.com/office/officeart/2005/8/layout/list1"/>
    <dgm:cxn modelId="{EE7004C7-E553-4BF3-BF20-B204D46D1A40}" type="presOf" srcId="{778D24DF-BE52-4640-A629-3DECE9B45404}" destId="{A17DB5FF-F29E-4592-A099-D8091A0467DE}" srcOrd="0" destOrd="0" presId="urn:microsoft.com/office/officeart/2005/8/layout/list1"/>
    <dgm:cxn modelId="{9B9F6AD9-1269-4211-84D5-7F36B072BC69}" type="presOf" srcId="{407E92C6-C4A9-4115-A0B6-318C4BAF1135}" destId="{8497ACEC-FFF7-4EBA-8AAD-24CC5627BAE3}" srcOrd="1" destOrd="0" presId="urn:microsoft.com/office/officeart/2005/8/layout/list1"/>
    <dgm:cxn modelId="{948AEBE4-937D-4EDA-A6BC-EAA2FF0A2CA6}" type="presOf" srcId="{092C8E83-6EE5-4D12-A9C8-1F5619564865}" destId="{3BB868C0-790A-4258-8339-68B0F6639668}" srcOrd="0" destOrd="0" presId="urn:microsoft.com/office/officeart/2005/8/layout/list1"/>
    <dgm:cxn modelId="{23CA70EA-5A8E-4E1E-A851-860CE2D42230}" type="presOf" srcId="{1E568B85-60D5-4B42-B85F-7F982D102E9C}" destId="{6215C4DB-D400-4973-A355-330F106217FE}" srcOrd="0" destOrd="2" presId="urn:microsoft.com/office/officeart/2005/8/layout/list1"/>
    <dgm:cxn modelId="{CAEEA1EE-EC3A-4E99-9A7D-B6160792E50F}" type="presOf" srcId="{EA86F0C3-0C1D-4CDD-A0A9-EC16B173A30E}" destId="{2D3D79EA-8462-4004-8082-5CA3C6AB636E}" srcOrd="0" destOrd="0" presId="urn:microsoft.com/office/officeart/2005/8/layout/list1"/>
    <dgm:cxn modelId="{B0E0DAF0-678C-4D07-93FA-6FBC30083154}" type="presOf" srcId="{892B4BA6-47A9-4ABC-BD60-5764A73E32E3}" destId="{B23D6A47-A131-486A-ADFA-A174CC88E0A5}" srcOrd="0" destOrd="2" presId="urn:microsoft.com/office/officeart/2005/8/layout/list1"/>
    <dgm:cxn modelId="{9AE32DF6-D64D-4C19-AF55-0E68A2F09083}" type="presOf" srcId="{B078255A-74AA-4CE7-958E-AF6C2DA0FCA4}" destId="{E9C8D253-51FD-4AEA-A52B-3683BB12E465}" srcOrd="0" destOrd="0" presId="urn:microsoft.com/office/officeart/2005/8/layout/list1"/>
    <dgm:cxn modelId="{A3EC77FB-1143-4B68-80FE-89ECABAC3C5E}" srcId="{B078255A-74AA-4CE7-958E-AF6C2DA0FCA4}" destId="{778D24DF-BE52-4640-A629-3DECE9B45404}" srcOrd="0" destOrd="0" parTransId="{A9B890E5-549F-4379-A7BC-049B0EC3CFA1}" sibTransId="{69FA174D-7E94-4546-8A59-F1FAF95B9691}"/>
    <dgm:cxn modelId="{0B23428D-0E41-4152-A2BF-26F01BF77962}" type="presParOf" srcId="{E9C8D253-51FD-4AEA-A52B-3683BB12E465}" destId="{E6EB749E-18FD-49BF-B050-825BEA2C4E7A}" srcOrd="0" destOrd="0" presId="urn:microsoft.com/office/officeart/2005/8/layout/list1"/>
    <dgm:cxn modelId="{B5ABD850-5F41-4D58-9D6E-594BB8FF4E1B}" type="presParOf" srcId="{E6EB749E-18FD-49BF-B050-825BEA2C4E7A}" destId="{A17DB5FF-F29E-4592-A099-D8091A0467DE}" srcOrd="0" destOrd="0" presId="urn:microsoft.com/office/officeart/2005/8/layout/list1"/>
    <dgm:cxn modelId="{88BC8DC8-5768-4A77-B093-8D30358E67C2}" type="presParOf" srcId="{E6EB749E-18FD-49BF-B050-825BEA2C4E7A}" destId="{2089E445-22F6-423F-8BFF-9674A1F4AD3E}" srcOrd="1" destOrd="0" presId="urn:microsoft.com/office/officeart/2005/8/layout/list1"/>
    <dgm:cxn modelId="{C92D8241-C9CE-4346-9245-EB0C2884BB35}" type="presParOf" srcId="{E9C8D253-51FD-4AEA-A52B-3683BB12E465}" destId="{68709C3D-EFE3-45F5-8BA8-7A21B88EDB87}" srcOrd="1" destOrd="0" presId="urn:microsoft.com/office/officeart/2005/8/layout/list1"/>
    <dgm:cxn modelId="{4CEACC1A-515E-4271-9469-134F76A98F84}" type="presParOf" srcId="{E9C8D253-51FD-4AEA-A52B-3683BB12E465}" destId="{54B925DA-5C73-4F3B-868D-0500F7601054}" srcOrd="2" destOrd="0" presId="urn:microsoft.com/office/officeart/2005/8/layout/list1"/>
    <dgm:cxn modelId="{33C6D36A-CA37-498D-9566-12B057A865D8}" type="presParOf" srcId="{E9C8D253-51FD-4AEA-A52B-3683BB12E465}" destId="{909867F0-AC91-4553-AAB7-FAC42A8F67C5}" srcOrd="3" destOrd="0" presId="urn:microsoft.com/office/officeart/2005/8/layout/list1"/>
    <dgm:cxn modelId="{CB0F5322-59A0-4170-810F-C2B08C388965}" type="presParOf" srcId="{E9C8D253-51FD-4AEA-A52B-3683BB12E465}" destId="{8CC92DDC-AF26-4663-BB81-719FF99621A4}" srcOrd="4" destOrd="0" presId="urn:microsoft.com/office/officeart/2005/8/layout/list1"/>
    <dgm:cxn modelId="{AD75E58E-4A12-4E0B-9BC5-7EF34DF3CABD}" type="presParOf" srcId="{8CC92DDC-AF26-4663-BB81-719FF99621A4}" destId="{78E11CB5-3C14-44F3-A499-5FE1A7D658DF}" srcOrd="0" destOrd="0" presId="urn:microsoft.com/office/officeart/2005/8/layout/list1"/>
    <dgm:cxn modelId="{FEEF9D0E-A7FB-44C9-88C4-09F3690313C3}" type="presParOf" srcId="{8CC92DDC-AF26-4663-BB81-719FF99621A4}" destId="{9118B4C7-CFD3-49E0-AF9E-16F02742CBD5}" srcOrd="1" destOrd="0" presId="urn:microsoft.com/office/officeart/2005/8/layout/list1"/>
    <dgm:cxn modelId="{08EBCDDF-1656-4CFA-B211-09BF3B5D3FD1}" type="presParOf" srcId="{E9C8D253-51FD-4AEA-A52B-3683BB12E465}" destId="{7013C8BF-A4A8-403C-B4DB-F57DF337EBE2}" srcOrd="5" destOrd="0" presId="urn:microsoft.com/office/officeart/2005/8/layout/list1"/>
    <dgm:cxn modelId="{C9D2AD90-D6C1-4A4B-9E08-99E4C2BD0673}" type="presParOf" srcId="{E9C8D253-51FD-4AEA-A52B-3683BB12E465}" destId="{96F29F30-0C07-4317-9C25-5148ABB79E23}" srcOrd="6" destOrd="0" presId="urn:microsoft.com/office/officeart/2005/8/layout/list1"/>
    <dgm:cxn modelId="{79AC7471-24C8-428E-895C-7CE69AB1176B}" type="presParOf" srcId="{E9C8D253-51FD-4AEA-A52B-3683BB12E465}" destId="{74E19532-D59B-4C1E-AB8C-1D6AC9F9650D}" srcOrd="7" destOrd="0" presId="urn:microsoft.com/office/officeart/2005/8/layout/list1"/>
    <dgm:cxn modelId="{4A54A507-E70E-467F-BDD4-1B1201E69D34}" type="presParOf" srcId="{E9C8D253-51FD-4AEA-A52B-3683BB12E465}" destId="{D33AA181-3630-4020-93D3-2ADB509061CD}" srcOrd="8" destOrd="0" presId="urn:microsoft.com/office/officeart/2005/8/layout/list1"/>
    <dgm:cxn modelId="{12C1FF56-91B7-42A7-B64A-E99F018A9F62}" type="presParOf" srcId="{D33AA181-3630-4020-93D3-2ADB509061CD}" destId="{2D3D79EA-8462-4004-8082-5CA3C6AB636E}" srcOrd="0" destOrd="0" presId="urn:microsoft.com/office/officeart/2005/8/layout/list1"/>
    <dgm:cxn modelId="{5430B0E3-D167-4043-AC4C-460C2926BEE7}" type="presParOf" srcId="{D33AA181-3630-4020-93D3-2ADB509061CD}" destId="{011DE707-1C9A-43A0-98FA-B6A8BA4ECC12}" srcOrd="1" destOrd="0" presId="urn:microsoft.com/office/officeart/2005/8/layout/list1"/>
    <dgm:cxn modelId="{900BB74D-9AB0-40DA-B217-4959E05053EB}" type="presParOf" srcId="{E9C8D253-51FD-4AEA-A52B-3683BB12E465}" destId="{E3F3D8F5-9D85-4C77-BFA5-42654DBA5A45}" srcOrd="9" destOrd="0" presId="urn:microsoft.com/office/officeart/2005/8/layout/list1"/>
    <dgm:cxn modelId="{A04A7BCF-968D-4360-9512-F4816E920714}" type="presParOf" srcId="{E9C8D253-51FD-4AEA-A52B-3683BB12E465}" destId="{B23D6A47-A131-486A-ADFA-A174CC88E0A5}" srcOrd="10" destOrd="0" presId="urn:microsoft.com/office/officeart/2005/8/layout/list1"/>
    <dgm:cxn modelId="{DB392110-45CE-4B7D-A2E2-9F9A7F46D961}" type="presParOf" srcId="{E9C8D253-51FD-4AEA-A52B-3683BB12E465}" destId="{6E27EAC9-8FC0-4B4A-B923-0E7DAF93B1B6}" srcOrd="11" destOrd="0" presId="urn:microsoft.com/office/officeart/2005/8/layout/list1"/>
    <dgm:cxn modelId="{6A96A6E4-AB49-42AE-9524-6436D897FF3A}" type="presParOf" srcId="{E9C8D253-51FD-4AEA-A52B-3683BB12E465}" destId="{261EA413-25A8-410B-81CF-CDB6A546020C}" srcOrd="12" destOrd="0" presId="urn:microsoft.com/office/officeart/2005/8/layout/list1"/>
    <dgm:cxn modelId="{D331C6BF-91D5-4D3B-86D4-4A155ADC17AE}" type="presParOf" srcId="{261EA413-25A8-410B-81CF-CDB6A546020C}" destId="{63D833B8-2D76-4789-934B-868B40A501A9}" srcOrd="0" destOrd="0" presId="urn:microsoft.com/office/officeart/2005/8/layout/list1"/>
    <dgm:cxn modelId="{98C710C5-93BF-40BF-9E1E-01937F1B1B68}" type="presParOf" srcId="{261EA413-25A8-410B-81CF-CDB6A546020C}" destId="{8497ACEC-FFF7-4EBA-8AAD-24CC5627BAE3}" srcOrd="1" destOrd="0" presId="urn:microsoft.com/office/officeart/2005/8/layout/list1"/>
    <dgm:cxn modelId="{51A16AA3-FCAA-419B-A95E-7AE553CF6709}" type="presParOf" srcId="{E9C8D253-51FD-4AEA-A52B-3683BB12E465}" destId="{3428C056-2848-4E2B-A14D-306B804D9682}" srcOrd="13" destOrd="0" presId="urn:microsoft.com/office/officeart/2005/8/layout/list1"/>
    <dgm:cxn modelId="{71EC132B-180E-4425-8D51-5B41562CBD04}" type="presParOf" srcId="{E9C8D253-51FD-4AEA-A52B-3683BB12E465}" destId="{6215C4DB-D400-4973-A355-330F106217FE}" srcOrd="14" destOrd="0" presId="urn:microsoft.com/office/officeart/2005/8/layout/list1"/>
    <dgm:cxn modelId="{4E8386CB-7870-47BA-BA11-6CF529DF70B6}" type="presParOf" srcId="{E9C8D253-51FD-4AEA-A52B-3683BB12E465}" destId="{1B2C36F8-3CE4-4872-B286-CB3365709586}" srcOrd="15" destOrd="0" presId="urn:microsoft.com/office/officeart/2005/8/layout/list1"/>
    <dgm:cxn modelId="{60912B5A-340B-497D-B9A0-94B302718B9C}" type="presParOf" srcId="{E9C8D253-51FD-4AEA-A52B-3683BB12E465}" destId="{A1507356-CAE2-4AD2-96DF-2796A1538382}" srcOrd="16" destOrd="0" presId="urn:microsoft.com/office/officeart/2005/8/layout/list1"/>
    <dgm:cxn modelId="{64DFDEEC-29CD-4C14-96E5-4DA4CD01F612}" type="presParOf" srcId="{A1507356-CAE2-4AD2-96DF-2796A1538382}" destId="{75E4CD08-3100-4A2D-8E5C-67F159EA678A}" srcOrd="0" destOrd="0" presId="urn:microsoft.com/office/officeart/2005/8/layout/list1"/>
    <dgm:cxn modelId="{0034917C-B714-4E06-AF48-0F6BADD51A7A}" type="presParOf" srcId="{A1507356-CAE2-4AD2-96DF-2796A1538382}" destId="{E4E0C86F-2EEB-4935-971B-6BD3C735CBF1}" srcOrd="1" destOrd="0" presId="urn:microsoft.com/office/officeart/2005/8/layout/list1"/>
    <dgm:cxn modelId="{8289C10A-7B70-4C67-920D-DCF1D0EAAAE2}" type="presParOf" srcId="{E9C8D253-51FD-4AEA-A52B-3683BB12E465}" destId="{6429D3CF-A0EE-4139-92DF-0556C32EA59D}" srcOrd="17" destOrd="0" presId="urn:microsoft.com/office/officeart/2005/8/layout/list1"/>
    <dgm:cxn modelId="{3BDB737E-6472-42DD-BE73-9652F40D095F}" type="presParOf" srcId="{E9C8D253-51FD-4AEA-A52B-3683BB12E465}" destId="{BE192031-F918-46D8-9B12-4ECB4899489A}" srcOrd="18" destOrd="0" presId="urn:microsoft.com/office/officeart/2005/8/layout/list1"/>
    <dgm:cxn modelId="{064FED0B-0066-49E7-AE40-E5435856FE4F}" type="presParOf" srcId="{E9C8D253-51FD-4AEA-A52B-3683BB12E465}" destId="{9D86C12F-F1BF-415D-90CA-A0F632AFBA07}" srcOrd="19" destOrd="0" presId="urn:microsoft.com/office/officeart/2005/8/layout/list1"/>
    <dgm:cxn modelId="{3E761FC3-3073-41C3-9EB3-238C17D418BA}" type="presParOf" srcId="{E9C8D253-51FD-4AEA-A52B-3683BB12E465}" destId="{E90CBF13-173F-4059-896F-919149565565}" srcOrd="20" destOrd="0" presId="urn:microsoft.com/office/officeart/2005/8/layout/list1"/>
    <dgm:cxn modelId="{B36AAB42-425D-4BDC-B79C-C8088FEDFB5B}" type="presParOf" srcId="{E90CBF13-173F-4059-896F-919149565565}" destId="{3BB868C0-790A-4258-8339-68B0F6639668}" srcOrd="0" destOrd="0" presId="urn:microsoft.com/office/officeart/2005/8/layout/list1"/>
    <dgm:cxn modelId="{CBC18C8D-2A61-4F2C-8898-54CB2D6FBEF1}" type="presParOf" srcId="{E90CBF13-173F-4059-896F-919149565565}" destId="{F4A8182F-A568-4A92-A1F3-74F6B6B90B19}" srcOrd="1" destOrd="0" presId="urn:microsoft.com/office/officeart/2005/8/layout/list1"/>
    <dgm:cxn modelId="{FC68A7EF-C011-4B83-AE0E-7D2332F59FD5}" type="presParOf" srcId="{E9C8D253-51FD-4AEA-A52B-3683BB12E465}" destId="{DCA595AB-6EEC-4D65-BC1A-255A3A89E40A}" srcOrd="21" destOrd="0" presId="urn:microsoft.com/office/officeart/2005/8/layout/list1"/>
    <dgm:cxn modelId="{C75EB59C-FC1F-4C99-98CD-59872A18F490}" type="presParOf" srcId="{E9C8D253-51FD-4AEA-A52B-3683BB12E465}" destId="{03917297-B09F-498E-9430-4B6914371C5C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B925DA-5C73-4F3B-868D-0500F7601054}">
      <dsp:nvSpPr>
        <dsp:cNvPr id="0" name=""/>
        <dsp:cNvSpPr/>
      </dsp:nvSpPr>
      <dsp:spPr>
        <a:xfrm>
          <a:off x="0" y="356166"/>
          <a:ext cx="753620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89E445-22F6-423F-8BFF-9674A1F4AD3E}">
      <dsp:nvSpPr>
        <dsp:cNvPr id="0" name=""/>
        <dsp:cNvSpPr/>
      </dsp:nvSpPr>
      <dsp:spPr>
        <a:xfrm>
          <a:off x="376810" y="179046"/>
          <a:ext cx="5275342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395" tIns="0" rIns="1993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Project Overview </a:t>
          </a:r>
          <a:endParaRPr lang="en-US" sz="1200" kern="1200"/>
        </a:p>
      </dsp:txBody>
      <dsp:txXfrm>
        <a:off x="394103" y="196339"/>
        <a:ext cx="5240756" cy="319654"/>
      </dsp:txXfrm>
    </dsp:sp>
    <dsp:sp modelId="{96F29F30-0C07-4317-9C25-5148ABB79E23}">
      <dsp:nvSpPr>
        <dsp:cNvPr id="0" name=""/>
        <dsp:cNvSpPr/>
      </dsp:nvSpPr>
      <dsp:spPr>
        <a:xfrm>
          <a:off x="0" y="900486"/>
          <a:ext cx="753620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08266"/>
              <a:satOff val="-4326"/>
              <a:lumOff val="-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8B4C7-CFD3-49E0-AF9E-16F02742CBD5}">
      <dsp:nvSpPr>
        <dsp:cNvPr id="0" name=""/>
        <dsp:cNvSpPr/>
      </dsp:nvSpPr>
      <dsp:spPr>
        <a:xfrm>
          <a:off x="376810" y="723366"/>
          <a:ext cx="5275342" cy="354240"/>
        </a:xfrm>
        <a:prstGeom prst="roundRect">
          <a:avLst/>
        </a:prstGeom>
        <a:solidFill>
          <a:schemeClr val="accent2">
            <a:hueOff val="-208266"/>
            <a:satOff val="-4326"/>
            <a:lumOff val="-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395" tIns="0" rIns="1993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Architecture and Tech Stack</a:t>
          </a:r>
          <a:endParaRPr lang="en-US" sz="1200" kern="1200"/>
        </a:p>
      </dsp:txBody>
      <dsp:txXfrm>
        <a:off x="394103" y="740659"/>
        <a:ext cx="5240756" cy="319654"/>
      </dsp:txXfrm>
    </dsp:sp>
    <dsp:sp modelId="{B23D6A47-A131-486A-ADFA-A174CC88E0A5}">
      <dsp:nvSpPr>
        <dsp:cNvPr id="0" name=""/>
        <dsp:cNvSpPr/>
      </dsp:nvSpPr>
      <dsp:spPr>
        <a:xfrm>
          <a:off x="0" y="1444806"/>
          <a:ext cx="7536203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16532"/>
              <a:satOff val="-8652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893" tIns="249936" rIns="584893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/>
            <a:t>Data Processing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/>
            <a:t>Model and Training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/>
            <a:t>Deployment</a:t>
          </a:r>
          <a:endParaRPr lang="en-US" sz="1200" kern="1200"/>
        </a:p>
      </dsp:txBody>
      <dsp:txXfrm>
        <a:off x="0" y="1444806"/>
        <a:ext cx="7536203" cy="907200"/>
      </dsp:txXfrm>
    </dsp:sp>
    <dsp:sp modelId="{011DE707-1C9A-43A0-98FA-B6A8BA4ECC12}">
      <dsp:nvSpPr>
        <dsp:cNvPr id="0" name=""/>
        <dsp:cNvSpPr/>
      </dsp:nvSpPr>
      <dsp:spPr>
        <a:xfrm>
          <a:off x="376810" y="1267686"/>
          <a:ext cx="5275342" cy="354240"/>
        </a:xfrm>
        <a:prstGeom prst="roundRect">
          <a:avLst/>
        </a:prstGeom>
        <a:solidFill>
          <a:schemeClr val="accent2">
            <a:hueOff val="-416532"/>
            <a:satOff val="-8652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395" tIns="0" rIns="1993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Section 1: Diabetes Prediction</a:t>
          </a:r>
          <a:endParaRPr lang="en-US" sz="1200" kern="1200"/>
        </a:p>
      </dsp:txBody>
      <dsp:txXfrm>
        <a:off x="394103" y="1284979"/>
        <a:ext cx="5240756" cy="319654"/>
      </dsp:txXfrm>
    </dsp:sp>
    <dsp:sp modelId="{6215C4DB-D400-4973-A355-330F106217FE}">
      <dsp:nvSpPr>
        <dsp:cNvPr id="0" name=""/>
        <dsp:cNvSpPr/>
      </dsp:nvSpPr>
      <dsp:spPr>
        <a:xfrm>
          <a:off x="0" y="2593927"/>
          <a:ext cx="7536203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624797"/>
              <a:satOff val="-12979"/>
              <a:lumOff val="-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893" tIns="249936" rIns="584893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/>
            <a:t>Data Processing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/>
            <a:t>Model and Training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200" kern="1200"/>
            <a:t>Deployment</a:t>
          </a:r>
          <a:endParaRPr lang="en-US" sz="1200" kern="1200"/>
        </a:p>
      </dsp:txBody>
      <dsp:txXfrm>
        <a:off x="0" y="2593927"/>
        <a:ext cx="7536203" cy="907200"/>
      </dsp:txXfrm>
    </dsp:sp>
    <dsp:sp modelId="{8497ACEC-FFF7-4EBA-8AAD-24CC5627BAE3}">
      <dsp:nvSpPr>
        <dsp:cNvPr id="0" name=""/>
        <dsp:cNvSpPr/>
      </dsp:nvSpPr>
      <dsp:spPr>
        <a:xfrm>
          <a:off x="376810" y="2416806"/>
          <a:ext cx="5275342" cy="354240"/>
        </a:xfrm>
        <a:prstGeom prst="roundRect">
          <a:avLst/>
        </a:prstGeom>
        <a:solidFill>
          <a:schemeClr val="accent2">
            <a:hueOff val="-624797"/>
            <a:satOff val="-12979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395" tIns="0" rIns="1993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Section 2: Insulin Prediction</a:t>
          </a:r>
          <a:endParaRPr lang="en-US" sz="1200" kern="1200"/>
        </a:p>
      </dsp:txBody>
      <dsp:txXfrm>
        <a:off x="394103" y="2434099"/>
        <a:ext cx="5240756" cy="319654"/>
      </dsp:txXfrm>
    </dsp:sp>
    <dsp:sp modelId="{BE192031-F918-46D8-9B12-4ECB4899489A}">
      <dsp:nvSpPr>
        <dsp:cNvPr id="0" name=""/>
        <dsp:cNvSpPr/>
      </dsp:nvSpPr>
      <dsp:spPr>
        <a:xfrm>
          <a:off x="0" y="3743047"/>
          <a:ext cx="753620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833063"/>
              <a:satOff val="-17305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0C86F-2EEB-4935-971B-6BD3C735CBF1}">
      <dsp:nvSpPr>
        <dsp:cNvPr id="0" name=""/>
        <dsp:cNvSpPr/>
      </dsp:nvSpPr>
      <dsp:spPr>
        <a:xfrm>
          <a:off x="376810" y="3565927"/>
          <a:ext cx="5275342" cy="354240"/>
        </a:xfrm>
        <a:prstGeom prst="roundRect">
          <a:avLst/>
        </a:prstGeom>
        <a:solidFill>
          <a:schemeClr val="accent2">
            <a:hueOff val="-833063"/>
            <a:satOff val="-17305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395" tIns="0" rIns="1993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Lessons Learned</a:t>
          </a:r>
          <a:endParaRPr lang="en-US" sz="1200" kern="1200"/>
        </a:p>
      </dsp:txBody>
      <dsp:txXfrm>
        <a:off x="394103" y="3583220"/>
        <a:ext cx="5240756" cy="319654"/>
      </dsp:txXfrm>
    </dsp:sp>
    <dsp:sp modelId="{03917297-B09F-498E-9430-4B6914371C5C}">
      <dsp:nvSpPr>
        <dsp:cNvPr id="0" name=""/>
        <dsp:cNvSpPr/>
      </dsp:nvSpPr>
      <dsp:spPr>
        <a:xfrm>
          <a:off x="0" y="4287367"/>
          <a:ext cx="753620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8182F-A568-4A92-A1F3-74F6B6B90B19}">
      <dsp:nvSpPr>
        <dsp:cNvPr id="0" name=""/>
        <dsp:cNvSpPr/>
      </dsp:nvSpPr>
      <dsp:spPr>
        <a:xfrm>
          <a:off x="376810" y="4110247"/>
          <a:ext cx="5275342" cy="35424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395" tIns="0" rIns="19939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Conclusion/Future Work</a:t>
          </a:r>
          <a:endParaRPr lang="en-US" sz="1200" kern="1200"/>
        </a:p>
      </dsp:txBody>
      <dsp:txXfrm>
        <a:off x="394103" y="4127540"/>
        <a:ext cx="5240756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14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0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11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0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90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3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72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21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87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1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3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9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7" r:id="rId2"/>
    <p:sldLayoutId id="2147483686" r:id="rId3"/>
    <p:sldLayoutId id="2147483685" r:id="rId4"/>
    <p:sldLayoutId id="2147483684" r:id="rId5"/>
    <p:sldLayoutId id="2147483683" r:id="rId6"/>
    <p:sldLayoutId id="2147483682" r:id="rId7"/>
    <p:sldLayoutId id="2147483681" r:id="rId8"/>
    <p:sldLayoutId id="2147483680" r:id="rId9"/>
    <p:sldLayoutId id="2147483679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A0ABE-9619-8E1F-1C47-636D0A0D1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en-CA" sz="3100" dirty="0"/>
              <a:t>CSCI 4050 – Machine Learning Final Project (Diabetes and Insulin Prediction)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CA4AA-A1EB-A278-0B8F-6E1E2EC9A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en-CA" dirty="0"/>
              <a:t>By: Li Chen (100813628) and </a:t>
            </a:r>
          </a:p>
        </p:txBody>
      </p:sp>
      <p:pic>
        <p:nvPicPr>
          <p:cNvPr id="4" name="Picture 3" descr="Vaccine storage and manufacturing">
            <a:extLst>
              <a:ext uri="{FF2B5EF4-FFF2-40B4-BE49-F238E27FC236}">
                <a16:creationId xmlns:a16="http://schemas.microsoft.com/office/drawing/2014/main" id="{5449FE6B-FF1C-1C61-3F0B-4BD2CA8B93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53" r="9734" b="-1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3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0F9A7-2750-EA30-BDFD-2D288DC82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CA" sz="3200"/>
              <a:t>Table of 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768619-844C-F98F-104C-DD2B7828C4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4452097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460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83E78-E934-2FE8-2C85-8A07398D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B34EE-664E-FE00-E2D9-3719E93A6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Learning Problems</a:t>
            </a:r>
          </a:p>
          <a:p>
            <a:r>
              <a:rPr lang="en-CA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442505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562B-EC3A-64EE-0CEA-984C510E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Architecture and 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EAAA8-4F37-7344-52C3-B212B1749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103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2B888-26DF-7F54-B2E4-D69BFA24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Section 1: Diabetes Prediction </a:t>
            </a:r>
            <a:br>
              <a:rPr lang="en-CA" dirty="0"/>
            </a:br>
            <a:r>
              <a:rPr lang="en-CA" dirty="0"/>
              <a:t>(Data Processing)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FD64A-4BB6-2336-1B4D-37A38AF21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1264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F077-F313-F160-AA61-FDD244202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Section 1: Diabetes Prediction </a:t>
            </a:r>
            <a:br>
              <a:rPr lang="en-CA" dirty="0"/>
            </a:br>
            <a:r>
              <a:rPr lang="en-CA" dirty="0"/>
              <a:t>(Model and Training)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14AAD-7BCE-9F84-F6D5-7C21A9345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5887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45583-0FF0-4357-514E-97F691C9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Section 1: Diabetes Prediction </a:t>
            </a:r>
            <a:br>
              <a:rPr lang="en-CA" dirty="0"/>
            </a:br>
            <a:r>
              <a:rPr lang="en-CA" dirty="0"/>
              <a:t>(Deployment)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AD441-BBED-15B6-CE27-A11DC3A1F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064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D61E3-25F5-CD87-A0E5-A14D34984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AF1C1-404B-C84E-D98E-7D496BD9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Section 2: Insulin Prediction </a:t>
            </a:r>
            <a:br>
              <a:rPr lang="en-CA" dirty="0"/>
            </a:br>
            <a:r>
              <a:rPr lang="en-CA" dirty="0"/>
              <a:t>(Data Processing)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D342C-D8FC-A10E-B56A-55E2BFB84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5920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74743-5AED-3F5F-778C-6B5B9CC44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73A0-F9A1-1C4D-B1ED-7465C47C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Section 2: Insulin Prediction</a:t>
            </a:r>
            <a:br>
              <a:rPr lang="en-CA" dirty="0"/>
            </a:br>
            <a:r>
              <a:rPr lang="en-CA" dirty="0"/>
              <a:t>(Model and Training)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F8FAA-EF63-93E7-40F1-0899342F6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629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92DC2-A339-0CB0-D6D5-DA609D0C1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5EE5-36FE-ED87-0396-BB5F907B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Section 2: Insulin Prediction</a:t>
            </a:r>
            <a:br>
              <a:rPr lang="en-CA" dirty="0"/>
            </a:br>
            <a:r>
              <a:rPr lang="en-CA" dirty="0"/>
              <a:t>(Deployment)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69297-B18F-9A53-9FFC-B7632EDC2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3689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E63D-480E-D588-2AAB-C49137D7E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E41B-7237-EAB6-3365-B106D661C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969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FC479-409E-5C78-153B-DEF00097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Conclusion/Future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B46FF-9B71-54E9-C387-4D7D0487F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717364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133</Words>
  <Application>Microsoft Office PowerPoint</Application>
  <PresentationFormat>Widescreen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Neue Haas Grotesk Text Pro</vt:lpstr>
      <vt:lpstr>VanillaVTI</vt:lpstr>
      <vt:lpstr>CSCI 4050 – Machine Learning Final Project (Diabetes and Insulin Prediction)</vt:lpstr>
      <vt:lpstr>Table of Contents</vt:lpstr>
      <vt:lpstr>Project Overview</vt:lpstr>
      <vt:lpstr>Architecture and Technology Stack</vt:lpstr>
      <vt:lpstr>Section 1: Diabetes Prediction  (Data Processing)</vt:lpstr>
      <vt:lpstr>Section 1: Diabetes Prediction  (Model and Training)</vt:lpstr>
      <vt:lpstr>Section 1: Diabetes Prediction  (Deployment)</vt:lpstr>
      <vt:lpstr>Section 2: Insulin Prediction  (Data Processing)</vt:lpstr>
      <vt:lpstr>Section 2: Insulin Prediction (Model and Training)</vt:lpstr>
      <vt:lpstr>Section 2: Insulin Prediction (Deployment)</vt:lpstr>
      <vt:lpstr>Lessons Learned</vt:lpstr>
      <vt:lpstr>Conclusion/Future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Chen</dc:creator>
  <cp:lastModifiedBy>Li Chen</cp:lastModifiedBy>
  <cp:revision>1</cp:revision>
  <dcterms:created xsi:type="dcterms:W3CDTF">2025-12-08T08:43:18Z</dcterms:created>
  <dcterms:modified xsi:type="dcterms:W3CDTF">2025-12-08T08:56:35Z</dcterms:modified>
</cp:coreProperties>
</file>